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Completion of Iteration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Customer Update #1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